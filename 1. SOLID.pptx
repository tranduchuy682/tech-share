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97AB-229A-B361-70DC-1BF4297DD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AC34C-914B-0F8F-97AD-A910D621F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53FD5-4651-B8C6-917E-6664C183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2004-B79F-EF64-7DC4-9136DD6C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A54D0-8268-80EC-13E9-B54C805F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1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1E27-C813-569E-87BA-0D79F923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5146-AA29-F260-E83D-260E174C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BC49-E947-B9A6-2B43-5539E0B2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03D0E-F504-CD20-732F-47E6FBDC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BA433-BC09-27ED-A0FC-D2689AAA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5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602E-BB9F-9829-F45D-A66AA09B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F07D0-0041-FF78-8455-AC0141858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8130F-418F-5628-98C4-8882A647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BD723-7B55-1BCE-FD5C-61EA8CAA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D3716-09CB-BCF3-3430-B0B4F70F2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3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8538-B0AB-0E31-43DF-717876DD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AE15-A3B6-26A1-7F17-4DA271CA9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CC1F1-D65B-755E-4D0F-71DC7461B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28134-78FD-BC8F-AF89-02C0CEB5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10BD1-CBFC-C0B6-B7F1-CB0E20B3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5F986-4D06-28ED-CAA2-A243A48A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9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05BC7-1738-F973-9F40-4E7150A29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C7F40-B1FE-113C-7DB2-78B029062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E2644-13A5-5DD8-3B03-972D03287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07FFA-9E81-4450-70CD-2653C7AFE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017E4-2C63-59C5-3653-2E5983D0C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6CA49-399C-23F9-258B-F32B7712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1E616F-6559-0F8C-CA7B-6484A293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2B29C-7DD5-EDD4-0BBC-111DC18BD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1A57-8E5D-10B7-F2C4-54D01EB9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561C7-F133-9813-406C-8413B73C9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C6327-2B5F-5F17-4B94-70CB7417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C406E-093A-9DB4-D5E9-AF813056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1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E4854-F0B9-372D-4561-148C2038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E5BDF-8B30-9CA3-9609-0019DA56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16D43-E0B7-79E6-BA18-3F7A1449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74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B26D-84D7-4341-0074-3964AFA4A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60D0-662B-AA20-E8FF-CCDC96F5E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D7424-81A3-FCC4-9C42-9D55D1CEB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B6CD1-150A-3814-FBA6-F28BCA5C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9BDD1-1A1A-8FAD-DA99-E81442AB9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5C717-7392-45BA-31D0-F338FE00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B79A-DC30-A442-36D6-E211D1FB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00AC9-1F73-2D4B-1A28-D23EB62E0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A963C-620F-AAC6-7DD8-982B76856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FC1AA-052C-B9E2-2A8C-72219848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7507E-890A-ED6F-1CF3-0567CB6B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FC065-F9AC-8305-71E7-F556EA89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9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938F-3C53-3A6A-9602-952FCBE9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49DBD-57E9-F5AF-1397-ADFC44007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2FF49-66DD-3AFB-03ED-B9070A30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E8F5-CE00-F209-FCF4-10121602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2C04A-A11C-5D5C-4225-16396447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4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F2F8D-0791-4B96-F54E-190A22D03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9E32E-9E80-C9E9-EAFF-DD42944E7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9533-2944-455A-532C-C9BCA087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0A4E1-8980-BB97-CE53-03E9B75B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7758E-D471-A48D-1B32-89D39E23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C5E6E-C392-F044-69E1-877E17DD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1EECC-41F0-33C2-5321-745D25348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7352-759B-042F-CC68-967226135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C51DC-0ADA-4FEB-80AF-F6DD8B66CF2B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5F372-3073-793A-446A-A80A5E68E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BF9C-5BE3-CB6D-8A92-2BCDF2147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4F311-086F-406A-BD86-35E7A16A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0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0278-9E80-7C7D-66D8-52968841D0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SOLID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FDE25-2272-4879-4E30-710181DA1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1FFE-3034-1EDF-D4FC-9938F936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EDFC-3D7E-75FE-575D-CA1D46A10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SOLID Principles explained | Stackademic">
            <a:extLst>
              <a:ext uri="{FF2B5EF4-FFF2-40B4-BE49-F238E27FC236}">
                <a16:creationId xmlns:a16="http://schemas.microsoft.com/office/drawing/2014/main" id="{F1073EB8-B9F7-5132-4267-0AD5C3F14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42" y="241068"/>
            <a:ext cx="10145299" cy="580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31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2BAC-70C6-4C53-78AB-E1714648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RESPONSE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5861-C0A2-BEC9-4992-8102C0AC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C2D"/>
                </a:solidFill>
                <a:effectLst/>
                <a:latin typeface="Lora" panose="020F0502020204030204" pitchFamily="2" charset="0"/>
              </a:rPr>
              <a:t>"There should never be more than one reason for a class to change." In other words, every class should have only one responsibility.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1 class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chỉ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nên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làm 1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việc</a:t>
            </a:r>
            <a:endParaRPr lang="en-US" dirty="0">
              <a:solidFill>
                <a:srgbClr val="111C2D"/>
              </a:solidFill>
              <a:latin typeface="Lora" panose="020F0502020204030204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Không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tuân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thủ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SRP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sẽ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dẫn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đến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: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Khó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mở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rộng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,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tái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sử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dụng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code, lo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sợ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sửa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đổi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của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mình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ảnh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hưởng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tới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chức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năng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</a:t>
            </a: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khác</a:t>
            </a:r>
            <a:endParaRPr lang="en-US" dirty="0">
              <a:solidFill>
                <a:srgbClr val="111C2D"/>
              </a:solidFill>
              <a:latin typeface="Lora" panose="020F0502020204030204" pitchFamily="2" charset="0"/>
            </a:endParaRPr>
          </a:p>
          <a:p>
            <a:pPr>
              <a:buFontTx/>
              <a:buChar char="-"/>
            </a:pPr>
            <a:r>
              <a:rPr lang="en-US" dirty="0" err="1">
                <a:solidFill>
                  <a:srgbClr val="111C2D"/>
                </a:solidFill>
                <a:latin typeface="Lora" panose="020F0502020204030204" pitchFamily="2" charset="0"/>
              </a:rPr>
              <a:t>Khó</a:t>
            </a:r>
            <a:r>
              <a:rPr lang="en-US" dirty="0">
                <a:solidFill>
                  <a:srgbClr val="111C2D"/>
                </a:solidFill>
                <a:latin typeface="Lora" panose="020F0502020204030204" pitchFamily="2" charset="0"/>
              </a:rPr>
              <a:t> merge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7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8C44-AB31-AB81-456F-1663D803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4750D-CC07-60F7-B9DA-F6E47851B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Trong </a:t>
            </a:r>
            <a:r>
              <a:rPr lang="en-US" dirty="0" err="1"/>
              <a:t>công</a:t>
            </a:r>
            <a:r>
              <a:rPr lang="en-US" dirty="0"/>
              <a:t> ty có 1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hay 1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(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)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cũng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1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(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69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BCD119-0D56-295C-0BE6-045D11C857B2}"/>
              </a:ext>
            </a:extLst>
          </p:cNvPr>
          <p:cNvSpPr/>
          <p:nvPr/>
        </p:nvSpPr>
        <p:spPr>
          <a:xfrm>
            <a:off x="3912525" y="1512916"/>
            <a:ext cx="2776451" cy="118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calculatePay</a:t>
            </a:r>
            <a:r>
              <a:rPr lang="en-US" dirty="0"/>
              <a:t>()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1AFB33-B9B4-12AD-7394-59EBD9BDFEB4}"/>
              </a:ext>
            </a:extLst>
          </p:cNvPr>
          <p:cNvSpPr/>
          <p:nvPr/>
        </p:nvSpPr>
        <p:spPr>
          <a:xfrm>
            <a:off x="3912525" y="4281350"/>
            <a:ext cx="2859578" cy="1121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reportWorkingHours</a:t>
            </a:r>
            <a:r>
              <a:rPr lang="en-US" dirty="0"/>
              <a:t>()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35B06C-3B12-FAE7-BD13-EDCE43A1CA72}"/>
              </a:ext>
            </a:extLst>
          </p:cNvPr>
          <p:cNvSpPr/>
          <p:nvPr/>
        </p:nvSpPr>
        <p:spPr>
          <a:xfrm>
            <a:off x="9013769" y="2047008"/>
            <a:ext cx="2405148" cy="2763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regularHours</a:t>
            </a:r>
            <a:r>
              <a:rPr lang="en-US" dirty="0"/>
              <a:t>()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8CDF5C-6A17-458F-BB41-101E4A6158F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688976" y="2105197"/>
            <a:ext cx="2324793" cy="7793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CE906C-F6E1-532B-E47C-2EB2CA3E6C0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772103" y="3595255"/>
            <a:ext cx="2241666" cy="12470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B4D2DA-1EE3-F937-22B9-03567870F58E}"/>
              </a:ext>
            </a:extLst>
          </p:cNvPr>
          <p:cNvSpPr txBox="1"/>
          <p:nvPr/>
        </p:nvSpPr>
        <p:spPr>
          <a:xfrm>
            <a:off x="269342" y="1920531"/>
            <a:ext cx="1681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258FF65-F007-6DD8-722D-4BED6D2ED74D}"/>
              </a:ext>
            </a:extLst>
          </p:cNvPr>
          <p:cNvCxnSpPr>
            <a:stCxn id="18" idx="3"/>
            <a:endCxn id="4" idx="1"/>
          </p:cNvCxnSpPr>
          <p:nvPr/>
        </p:nvCxnSpPr>
        <p:spPr>
          <a:xfrm>
            <a:off x="1950909" y="2105197"/>
            <a:ext cx="19616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9119831-27BB-DC85-2073-A153A97BD6B5}"/>
              </a:ext>
            </a:extLst>
          </p:cNvPr>
          <p:cNvSpPr txBox="1"/>
          <p:nvPr/>
        </p:nvSpPr>
        <p:spPr>
          <a:xfrm>
            <a:off x="269342" y="4657645"/>
            <a:ext cx="1681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9C036C-4796-26B0-0D90-1CADA92F3EDC}"/>
              </a:ext>
            </a:extLst>
          </p:cNvPr>
          <p:cNvCxnSpPr>
            <a:stCxn id="21" idx="3"/>
            <a:endCxn id="5" idx="1"/>
          </p:cNvCxnSpPr>
          <p:nvPr/>
        </p:nvCxnSpPr>
        <p:spPr>
          <a:xfrm>
            <a:off x="1950909" y="4842311"/>
            <a:ext cx="19616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5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F58FF-CF17-3C7B-244B-1C3D067786CB}"/>
              </a:ext>
            </a:extLst>
          </p:cNvPr>
          <p:cNvSpPr/>
          <p:nvPr/>
        </p:nvSpPr>
        <p:spPr>
          <a:xfrm>
            <a:off x="1586345" y="191193"/>
            <a:ext cx="9019309" cy="914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OT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910077-DE57-CDC5-7A65-3FC93BCF4A3E}"/>
              </a:ext>
            </a:extLst>
          </p:cNvPr>
          <p:cNvSpPr/>
          <p:nvPr/>
        </p:nvSpPr>
        <p:spPr>
          <a:xfrm>
            <a:off x="3912525" y="1512916"/>
            <a:ext cx="2776451" cy="118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calculatePay</a:t>
            </a:r>
            <a:r>
              <a:rPr lang="en-US" dirty="0"/>
              <a:t>()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1BD255-F53C-AEB2-4EAA-0443B4E5144D}"/>
              </a:ext>
            </a:extLst>
          </p:cNvPr>
          <p:cNvSpPr/>
          <p:nvPr/>
        </p:nvSpPr>
        <p:spPr>
          <a:xfrm>
            <a:off x="3912525" y="4281350"/>
            <a:ext cx="2859578" cy="11219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reportWorkingHours</a:t>
            </a:r>
            <a:r>
              <a:rPr lang="en-US" dirty="0"/>
              <a:t>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C71A1B-26B2-36EA-C1CD-E0090FF3A70C}"/>
              </a:ext>
            </a:extLst>
          </p:cNvPr>
          <p:cNvSpPr/>
          <p:nvPr/>
        </p:nvSpPr>
        <p:spPr>
          <a:xfrm>
            <a:off x="9013769" y="2047008"/>
            <a:ext cx="2405148" cy="2763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regularHours</a:t>
            </a:r>
            <a:r>
              <a:rPr lang="en-US" dirty="0"/>
              <a:t>()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84B776-3871-F504-5194-171103CC854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688976" y="2105197"/>
            <a:ext cx="2324793" cy="7793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67B36B-CB97-5786-649A-A276CDD598F9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6772103" y="3595255"/>
            <a:ext cx="2241666" cy="12470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2C2F19-8CA2-4F5A-F7CE-05BCDA891AD0}"/>
              </a:ext>
            </a:extLst>
          </p:cNvPr>
          <p:cNvSpPr txBox="1"/>
          <p:nvPr/>
        </p:nvSpPr>
        <p:spPr>
          <a:xfrm>
            <a:off x="269342" y="1920531"/>
            <a:ext cx="1681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1E8CC-6E82-F55C-B773-F8052FC6E76E}"/>
              </a:ext>
            </a:extLst>
          </p:cNvPr>
          <p:cNvCxnSpPr>
            <a:stCxn id="16" idx="3"/>
            <a:endCxn id="11" idx="1"/>
          </p:cNvCxnSpPr>
          <p:nvPr/>
        </p:nvCxnSpPr>
        <p:spPr>
          <a:xfrm>
            <a:off x="1950909" y="2105197"/>
            <a:ext cx="19616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199C54-F394-C87D-D261-93E11F53FC05}"/>
              </a:ext>
            </a:extLst>
          </p:cNvPr>
          <p:cNvSpPr txBox="1"/>
          <p:nvPr/>
        </p:nvSpPr>
        <p:spPr>
          <a:xfrm>
            <a:off x="269342" y="4657645"/>
            <a:ext cx="1681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CEF2FE-C71A-FE33-5355-D7F5FFB676EE}"/>
              </a:ext>
            </a:extLst>
          </p:cNvPr>
          <p:cNvCxnSpPr>
            <a:stCxn id="18" idx="3"/>
            <a:endCxn id="12" idx="1"/>
          </p:cNvCxnSpPr>
          <p:nvPr/>
        </p:nvCxnSpPr>
        <p:spPr>
          <a:xfrm>
            <a:off x="1950909" y="4842311"/>
            <a:ext cx="19616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58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68A5-117F-EE20-89C9-30FB9775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A54B4-2839-436F-96FC-FD4E4552C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5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180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Lora</vt:lpstr>
      <vt:lpstr>Symbol</vt:lpstr>
      <vt:lpstr>Office Theme</vt:lpstr>
      <vt:lpstr>Nguyên lý SOLID</vt:lpstr>
      <vt:lpstr>PowerPoint Presentation</vt:lpstr>
      <vt:lpstr>SINGLE RESPONSE PRINCIPLE</vt:lpstr>
      <vt:lpstr>Ví dụ: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Tran</dc:creator>
  <cp:lastModifiedBy>Neil Tran</cp:lastModifiedBy>
  <cp:revision>2</cp:revision>
  <dcterms:created xsi:type="dcterms:W3CDTF">2025-01-13T04:48:54Z</dcterms:created>
  <dcterms:modified xsi:type="dcterms:W3CDTF">2025-01-16T10:18:36Z</dcterms:modified>
</cp:coreProperties>
</file>